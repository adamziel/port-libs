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Diagram placeholder deck</a:t>
            </a:r>
          </a:p>
        </p:txBody>
      </p:sp>
      <p:graphicFrame>
        <p:nvGraphicFramePr>
          <p:cNvPr id="3" name="Diagram without relIds"/>
          <p:cNvGraphicFramePr/>
          <p:nvPr/>
        </p:nvGraphicFramePr>
        <p:xfrm>
          <a:off x="914400" y="1828800"/>
          <a:ext cx="4572000" cy="2743200"/>
        </p:xfrm>
        <a:graphic>
          <a:graphicData uri="http://schemas.openxmlformats.org/drawingml/2006/diagram"/>
        </a:graphic>
      </p:graphicFrame>
    </p:spTree>
  </p:cSld>
</p:sld>
</file>