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Layouts/slideLayout1.xml><?xml version="1.0" encoding="utf-8"?>
<p:sldLayout xmlns:p="http://schemas.openxmlformats.org/presentationml/2006/main" xmlns:a="http://schemas.openxmlformats.org/drawingml/2006/main" type="titleAndContent">
  <p:cSld name="Layout With Body Placeholder">
    <p:spTree>
      <p:sp>
        <p:nvSpPr>
          <p:cNvPr id="20" name="Layout Body"/>
          <p:cNvSpPr/>
          <p:nvPr>
            <p:ph type="body" idx="1"/>
          </p:nvPr>
        </p:nvSpPr>
        <p:txBody>
          <a:bodyPr/>
          <a:lstStyle/>
          <a:p>
            <a:r>
              <a:t>Inherited layout body</a:t>
            </a:r>
          </a:p>
        </p:txBody>
      </p:sp>
    </p:spTree>
  </p:cSld>
</p:sldLayout>
</file>

<file path=ppt/slides/_rels/slide1.xml.rels><?xml version="1.0"?>
<Relationships xmlns="http://schemas.openxmlformats.org/package/2006/relationships">
  <Relationship Id="rLayout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Layout inheritance deck</a:t>
            </a:r>
          </a:p>
        </p:txBody>
      </p:sp>
      <p:sp>
        <p:nvSpPr>
          <p:cNvPr id="3" name="Body Placeholder"/>
          <p:cNvSpPr/>
          <p:nvPr>
            <p:ph type="body" idx="1"/>
          </p:nvPr>
        </p:nvSpPr>
        <p:txBody>
          <a:bodyPr/>
          <a:lstStyle/>
          <a:p/>
        </p:txBody>
      </p:sp>
      <p:sp>
        <p:nvSpPr>
          <p:cNvPr id="4" name="Visible Body"/>
          <p:cNvSpPr/>
          <p:nvPr/>
        </p:nvSpPr>
        <p:txBody>
          <a:bodyPr/>
          <a:lstStyle/>
          <a:p>
            <a:r>
              <a:t>Visible slide body</a:t>
            </a:r>
          </a:p>
        </p:txBody>
      </p:sp>
    </p:spTree>
  </p:cSld>
</p:sld>
</file>