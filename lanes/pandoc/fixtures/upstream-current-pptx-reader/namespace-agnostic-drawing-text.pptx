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bad="urn:not-drawingml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Namespace agnostic text</a:t>
            </a:r>
          </a:p>
        </p:txBody>
      </p:sp>
      <p:sp>
        <p:nvSpPr>
          <p:cNvPr id="3" name="Body 1"/>
          <p:cNvSpPr/>
          <p:nvPr/>
        </p:nvSpPr>
        <p:txBody>
          <a:bodyPr/>
          <a:lstStyle/>
          <a:p>
            <a:r>
              <a:t>Drawing text</a:t>
            </a:r>
            <a:r>
              <a:t/>
            </a:r>
            <bad:r>
              <bad:t>Foreign text</bad:t>
            </bad:r>
            <bad:wrapper>
              <bad:t>Nested foreign text</bad:t>
            </bad:wrapper>
          </a:p>
          <a:p>
            <a:r>
              <a:t>
                Outer 
                <bad:t>Inner duplicate</bad:t>
              </a:t>
            </a:r>
          </a:p>
        </p:txBody>
      </p:sp>
    </p:spTree>
  </p:cSld>
</p:sld>
</file>