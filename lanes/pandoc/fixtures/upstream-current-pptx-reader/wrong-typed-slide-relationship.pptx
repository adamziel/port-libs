
<file path=[Content_Types].xml><?xml version="1.0" encoding="utf-8"?>
<Types xmlns="http://schemas.openxmlformats.org/package/2006/content-types">
  <Default Extension="xml" ContentType="application/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Slide"/>
  </p:sldIdLst>
</p:presentation>
</file>

<file path=ppt/_rels/presentation.xml.rels><?xml version="1.0"?><Relationships xmlns="http://schemas.openxmlformats.org/package/2006/relationships"><Relationship Id="rIdSlide" Type="urn:port-libs:not-a-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Wrong typed relationships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Target still loads</a:t>
            </a:r>
          </a:p>
        </p:txBody>
      </p:sp>
    </p:spTree>
  </p:cSld>
</p:sld>
</file>