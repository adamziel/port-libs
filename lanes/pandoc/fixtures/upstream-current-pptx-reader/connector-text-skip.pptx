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Connector text skip</a:t>
            </a:r>
          </a:p>
        </p:txBody>
      </p:sp>
      <p:cxnSp>
        <p:nvCxnSpPr>
          <p:cNvPr id="4" name="Elbow Connector 3" descr="Connector text should not surface"/>
          <p:cNvCxnSpPr/>
          <p:nvPr/>
        </p:nvCxnSpPr>
        <p:spPr>
          <a:xfrm>
            <a:off x="1000" y="2000"/>
            <a:ext cx="3000" cy="4000"/>
          </a:xfrm>
          <a:prstGeom prst="bentConnector2">
            <a:avLst/>
          </a:prstGeom>
        </p:spPr>
        <p:txBody>
          <a:bodyPr/>
          <a:lstStyle/>
          <a:p>
            <a:r>
              <a:t>Hidden connector label</a:t>
            </a:r>
          </a:p>
        </p:txBody>
      </p:cxnSp>
      <p:sp>
        <p:nvSpPr>
          <p:cNvPr id="5" name="Body after connector"/>
          <p:cNvSpPr/>
          <p:nvPr/>
        </p:nvSpPr>
        <p:txBody>
          <a:bodyPr/>
          <a:lstStyle/>
          <a:p>
            <a:r>
              <a:t>Visible after connector</a:t>
            </a:r>
          </a:p>
        </p:txBody>
      </p:sp>
    </p:spTree>
  </p:cSld>
</p:sld>
</file>