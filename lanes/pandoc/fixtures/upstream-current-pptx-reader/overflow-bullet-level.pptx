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Overflow bullet levels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pPr lvl="9223372036854775807">
              <a:buChar char="•"/>
            </a:pPr>
            <a:r>
              <a:t>Max int level</a:t>
            </a:r>
          </a:p>
          <a:p>
            <a:pPr lvl="-9223372036854775808">
              <a:buChar char="•"/>
            </a:pPr>
            <a:r>
              <a:t>Min int level</a:t>
            </a:r>
          </a:p>
          <a:p>
            <a:pPr lvl="9223372036854775808">
              <a:buChar char="•"/>
            </a:pPr>
            <a:r>
              <a:t>Overflow level fallback</a:t>
            </a:r>
          </a:p>
          <a:p>
            <a:pPr lvl="-9223372036854775809">
              <a:buChar char="•"/>
            </a:pPr>
            <a:r>
              <a:t>Negative overflow level fallback</a:t>
            </a:r>
          </a:p>
          <a:p>
            <a:pPr lvl="0">
              <a:buChar char="•"/>
            </a:pPr>
            <a:r>
              <a:t>Explicit zero joins fallback</a:t>
            </a:r>
          </a:p>
        </p:txBody>
      </p:sp>
    </p:spTree>
  </p:cSld>
</p:sld>
</file>