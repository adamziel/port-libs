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_rels/slide1.xml.rels><?xml version="1.0" encoding="UTF-8"?>
<Relationships xmlns="http://schemas.openxmlformats.org/package/2006/relationships">
  <Relationship Id="rIdContent" Type="http://schemas.openxmlformats.org/officeDocument/2006/relationships/unknownContentPart" Target="../contentParts/conten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Content part diagnostics</a:t>
            </a:r>
          </a:p>
        </p:txBody>
      </p:sp>
      <p:contentPart r:id="rIdContent">
        <p:nvContentPartPr>
          <p:cNvPr id="9" name="Content Part 8" descr="Content part desc"/>
          <p:cNvContentPartPr/>
          <p:nvPr/>
        </p:nvContentPartPr>
        <p:spPr>
          <a:xfrm>
            <a:off x="111" y="222"/>
            <a:ext cx="333" cy="444"/>
          </a:xfrm>
        </p:spPr>
        <p:extLst>
          <p:ext>
            <a:t>Hidden content part text</a:t>
          </p:ext>
        </p:extLst>
      </p:contentPart>
      <p:sp>
        <p:nvSpPr>
          <p:cNvPr id="10" name="Body 1"/>
          <p:cNvSpPr/>
          <p:nvPr/>
        </p:nvSpPr>
        <p:txBody>
          <a:bodyPr/>
          <a:lstStyle/>
          <a:p>
            <a:r>
              <a:t>Visible body after content part</a:t>
            </a:r>
          </a:p>
        </p:txBody>
      </p:sp>
    </p:spTree>
  </p:cSld>
</p:sld>
</file>