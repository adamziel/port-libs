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charts/_rels/chart1.xml.rels><?xml version="1.0"?>
<Relationships xmlns="http://schemas.openxmlformats.org/package/2006/relationships">
  <Relationship Id="rIdWorkbook" Type="http://schemas.openxmlformats.org/officeDocument/2006/relationships/package" Target="../embeddings/Microsoft_Excel_Worksheet1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Embedded Workbook Chart</a:t>
            </a:r>
          </a:p>
        </c:rich>
      </c:tx>
    </c:title>
    <c:plotArea/>
    <c:plotVisOnly val="1"/>
  </c:chart>
  <c:externalData r:id="rIdWorkbook"/>
</c:chartSpace>
</file>

<file path=ppt/slides/_rels/slide1.xml.rels><?xml version="1.0"?>
<Relationships xmlns="http://schemas.openxmlformats.org/package/2006/relationships">
  <Relationship Id="rIdChart1" Type="http://schemas.openxmlformats.org/officeDocument/2006/relationships/chart" Target="../charts/chart1.xml"/>
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Chart embedded workbook deck</a:t>
            </a:r>
          </a:p>
        </p:txBody>
      </p:sp>
      <p:graphicFrame>
        <p:nvGraphicFramePr>
          <p:cNvPr id="3" name="Chart 1"/>
          <p:cNvGraphicFramePr/>
          <p:nvPr/>
        </p:nvGraphicFramePr>
        <p:xfrm>
          <a:off x="914400" y="1828800"/>
          <a:ext cx="4572000" cy="2743200"/>
        </p:xfrm>
        <a:graphic>
          <a:graphicData uri="http://schemas.openxmlformats.org/drawingml/2006/chart">
            <c:chart r:id="rIdChart1"/>
          </a:graphicData>
        </a:graphic>
      </p:graphicFrame>
    </p:spTree>
  </p:cSld>
</p:sld>
</file>