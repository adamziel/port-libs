
<file path=_rels/.rels><?xml version="1.0" encoding="UTF-8"?>
<Relationships xmlns="http://schemas.openxmlformats.org/package/2006/relationships">
  <Relationship Id="rIdPresentation" Type="http://schemas.openxmlformats.org/officeDocument/2006/relationships/officeDocument" Target="./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Normalized presentation target</a:t>
            </a:r>
          </a:p>
        </p:txBody>
      </p:sp>
    </p:spTree>
  </p:cSld>
</p:sld>
</file>