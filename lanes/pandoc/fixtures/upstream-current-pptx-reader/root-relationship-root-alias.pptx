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?>
<RootRelationshipAlias>
  <Relationship Id="rIdPresentation" Type="http://schemas.openxmlformats.org/officeDocument/2006/relationships/officeDocument" Target="ppt/presentation.xml"/>
</RootRelationshipAlias>
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Minimal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Second checked pair</a:t>
            </a:r>
          </a:p>
        </p:txBody>
      </p:sp>
    </p:spTree>
  </p:cSld>
</p:sld>
</file>