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../media/qualified-picture-metadata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q="urn:qualified-picture-metadata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Qualified picture metadata</a:t>
            </a:r>
          </a:p>
        </p:txBody>
      </p:sp>
      <p:pic>
        <p:nvPicPr>
          <p:cNvPr id="7" q:name="Qualified Picture" q:descr="Qualified alt"/>
        </p:nvPicPr>
        <p:blipFill>
          <a:blip r:embed="rIdImage"/>
        </p:blipFill>
      </p:pic>
    </p:spTree>
  </p:cSld>
</p:sld>
</file>