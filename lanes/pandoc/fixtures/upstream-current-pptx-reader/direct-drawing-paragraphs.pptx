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Direct drawing paragraphs</a:t>
            </a:r>
          </a:p>
        </p:txBody>
      </p:sp>
      <p:sp>
        <p:nvSpPr>
          <p:cNvPr id="3" name="Nested Paragraph Text Box"/>
          <p:cNvSpPr/>
          <p:nvPr/>
        </p:nvSpPr>
        <p:txBody>
          <a:bodyPr/>
          <a:lstStyle/>
          <a:wrapper>
            <a:p>
              <a:r>
                <a:t>Nested paragraph text should hide</a:t>
              </a:r>
            </a:p>
          </a:wrapper>
        </p:txBody>
      </p:sp>
      <p:sp>
        <p:nvSpPr>
          <p:cNvPr id="4" name="Direct Paragraph Text Box"/>
          <p:cNvSpPr/>
          <p:nvPr/>
        </p:nvSpPr>
        <p:txBody>
          <a:bodyPr/>
          <a:lstStyle/>
          <a:p>
            <a:r>
              <a:t>Direct paragraph text</a:t>
            </a:r>
          </a:p>
          <a:wrapper>
            <a:p>
              <a:r>
                <a:t>Nested after direct should hide</a:t>
              </a:r>
            </a:p>
          </a:wrapper>
        </p:txBody>
      </p:sp>
    </p:spTree>
  </p:cSld>
</p:sld>
</file>