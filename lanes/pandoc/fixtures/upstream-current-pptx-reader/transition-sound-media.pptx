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Sound" Type="http://schemas.openxmlformats.org/officeDocument/2006/relationships/audio" Target="../media/transition.wav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Transition sound deck</a:t>
            </a:r>
          </a:p>
        </p:txBody>
      </p:sp>
      <p:sp>
        <p:nvSpPr>
          <p:cNvPr id="3" name="Visible Body"/>
          <p:cNvSpPr/>
          <p:nvPr/>
        </p:nvSpPr>
        <p:txBody>
          <a:bodyPr/>
          <a:lstStyle/>
          <a:p>
            <a:r>
              <a:t>Visible transition body</a:t>
            </a:r>
          </a:p>
        </p:txBody>
      </p:sp>
    </p:spTree>
  </p:cSld>
  <p:transition spd="med" advClick="1">
    <p:sndAc>
      <p:stSnd loop="1">
        <p:snd r:embed="rIdSound" name="Transition Sound"/>
      </p:stSnd>
    </p:sndAc>
  </p:transition>
</p:sld>
</file>