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</Types>
</file>

<file path=_rels/.rels><?xml version="1.0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Sz cx="9144000" cy="6858000"/>
  <p:sldIdLst>
    <p:sldId id="256" r:id="rIdSlide"/>
  </p:sldIdLst>
</p:presentation>
</file>

<file path=ppt/_rels/presentation.xml.rels><?xml version="1.0"?><Relationships xmlns="http://schemas.openxmlformats.org/package/2006/relationships"><Relationship Id="rIdSlide" Type="http://schemas.openxmlformats.org/officeDocument/2006/relationships/slide" Target="/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txBody>
          <a:bodyPr/>
          <a:lstStyle/>
          <a:p>
            <a:r>
              <a:t>Rooted slide target</a:t>
            </a:r>
          </a:p>
        </p:txBody>
      </p:sp>
      <p:sp>
        <p:nvSpPr>
          <p:cNvPr id="3" name="Body"/>
          <p:cNvSpPr/>
          <p:nvPr/>
        </p:nvSpPr>
        <p:txBody>
          <a:bodyPr/>
          <a:lstStyle/>
          <a:p>
            <a:r>
              <a:t>Resolved from rooted relationship target</a:t>
            </a:r>
          </a:p>
        </p:txBody>
      </p:sp>
    </p:spTree>
  </p:cSld>
</p:sld>
</file>