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?><Relationships xmlns="http://schemas.openxmlformats.org/package/2006/relationships"><Relationship Id="rId2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x="urn:example:pptx-custom-graphic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Unknown graphic deck</a:t>
            </a:r>
          </a:p>
        </p:txBody>
      </p:sp>
      <p:graphicFrame>
        <p:nvGraphicFramePr>
          <p:cNvPr id="3" name="Custom graphic"/>
          <p:cNvGraphicFramePr/>
          <p:nvPr/>
        </p:nvGraphicFramePr>
        <a:graphic>
          <a:graphicData uri="urn:example:pptx-custom-graphic">
            <x:payload/>
          </a:graphicData>
        </a:graphic>
      </p:graphicFrame>
    </p:spTree>
  </p:cSld>
</p:sld>
</file>