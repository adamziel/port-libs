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root">
      <dgm:t>
        <a:p>
          <a:r>
            <a:t>Fallback root</a:t>
          </a:r>
        </a:p>
      </dgm:t>
    </dgm:pt>
    <dgm:pt modelId="child">
      <dgm:t>
        <a:p>
          <a:r>
            <a:t>Fallback child</a:t>
          </a:r>
        </a:p>
      </dgm:t>
    </dgm:pt>
  </dgm:ptLst>
  <dgm:cxnLst>
    <dgm:cxn srcId="root" destId="child"/>
  </dgm:cxnLst>
</dgm:dataModel>
</file>

<file path=ppt/diagrams/layout1.xml><?xml version="1.0" encoding="utf-8"?>
<dgm:layoutDef xmlns:dgm="http://schemas.openxmlformats.org/drawingml/2006/diagram">
  <dgm:title val="titleFallbackLayout"/>
</dgm:layoutDef>
</file>

<file path=ppt/slides/_rels/slide1.xml.rels><?xml version="1.0"?>
<Relationships xmlns="http://schemas.openxmlformats.org/package/2006/relationships">
  <Relationship Id="rIdData" Type="http://schemas.openxmlformats.org/officeDocument/2006/relationships/diagramData" Target="../diagrams/data1.xml"/>
  <Relationship Id="rIdLayout" Type="http://schemas.openxmlformats.org/officeDocument/2006/relationships/diagramLayout" Target="../diagrams/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gm="http://schemas.openxmlformats.org/drawingml/2006/diagram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SmartArt title fallback</a:t>
            </a:r>
          </a:p>
        </p:txBody>
      </p:sp>
      <p:graphicFrame>
        <p:nvGraphicFramePr>
          <p:cNvPr id="20" name="SmartArt Title Fallback"/>
          <p:cNvGraphicFramePr/>
          <p:nvPr/>
        </p:nvGraphicFramePr>
        <p:xfrm>
          <a:off x="914400" y="1371600"/>
          <a:ext cx="5486400" cy="2743200"/>
        </p:xfrm>
        <a:graphic>
          <a:graphicData uri="http://schemas.openxmlformats.org/drawingml/2006/diagram">
            <dgm:relIds r:dm="rIdData" r:lo="rIdLayout"/>
          </a:graphicData>
        </a:graphic>
      </p:graphicFrame>
    </p:spTree>
  </p:cSld>
</p:sld>
</file>