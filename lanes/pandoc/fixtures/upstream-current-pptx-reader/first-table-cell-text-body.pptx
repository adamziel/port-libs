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461" r:id="rIdSlide"/>
  </p:sldIdLst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First table cell text body</a:t>
            </a:r>
          </a:p>
        </p:txBody>
      </p:sp>
      <p:graphicFrame>
        <p:nvGraphicFramePr>
          <p:cNvPr id="4" name="First Table Cell Text Body"/>
          <p:cNvGraphicFramePr/>
          <p:nvPr/>
        </p:nvGraphicFramePr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>
                <a:tc>
                  <a:txBody/>
                  <a:txBody>
                    <a:p>
                      <a:r>
                        <a:t>Ignored later header text</a:t>
                      </a:r>
                    </a:p>
                  </a:txBody>
                </a:tc>
                <a:tc>
                  <a:txBody>
                    <a:p>
                      <a:r>
                        <a:t>Visible header</a:t>
                      </a:r>
                    </a:p>
                  </a:txBody>
                </a:tc>
              </a:tr>
              <a:tr>
                <a:tc>
                  <a:txBody>
                    <a:p>
                      <a:r>
                        <a:t>Visible body</a:t>
                      </a:r>
                    </a:p>
                  </a:txBody>
                </a:tc>
                <a:tc>
                  <a:txBody>
                    <a:p/>
                  </a:txBody>
                  <a:txBody>
                    <a:p>
                      <a:r>
                        <a:t>Ignored later body text</a:t>
                      </a:r>
                    </a:p>
                  </a:txBody>
                </a:tc>
              </a:tr>
            </a:tbl>
          </a:graphicData>
        </a:graphic>
      </p:graphicFrame>
    </p:spTree>
  </p:cSld>
</p:sld>
</file>