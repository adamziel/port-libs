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 xmlns:bad="urn:not-drawingml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Namespace scoped table</a:t>
            </a:r>
          </a:p>
        </p:txBody>
      </p:sp>
      <p:graphicFrame>
        <p:nvGraphicFramePr>
          <p:cNvPr id="8" name="Namespace Scoped Table"/>
          <p:cNvGraphicFramePr/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Grid>
                <a:gridCol w="1828800"/>
                <a:gridCol w="1828800"/>
                <bad:gridCol w="999999"/>
              </a:tblGrid>
              <a:tr>
                <a:tc>
                  <a:txBody>
                    <a:p>
                      <a:r>
                        <a:t>Visible header</a:t>
                      </a:r>
                      <bad:t>Foreign header</bad:t>
                    </a:p>
                  </a:txBody>
                </a:tc>
                <bad:tc>
                  <a:txBody>
                    <a:p>
                      <a:r>
                        <a:t>Wrong namespace cell</a:t>
                      </a:r>
                    </a:p>
                  </a:txBody>
                </bad:tc>
              </a:tr>
              <bad:tr>
                <a:tc>
                  <a:txBody>
                    <a:p>
                      <a:r>
                        <a:t>Wrong namespace row</a:t>
                      </a:r>
                    </a:p>
                  </a:txBody>
                </a:tc>
              </bad:tr>
              <a:tr>
                <a:tc>
                  <bad:txBody>
                    <a:p>
                      <a:r>
                        <a:t>Wrong namespace text body</a:t>
                      </a:r>
                    </a:p>
                  </bad:txBody>
                </a:tc>
                <a:tc>
                  <a:txBody>
                    <a:p>
                      <a:r>
                        <a:t>Drawing body</a:t>
                      </a:r>
                      <bad:wrapper>
                        <bad:t>Nested foreign body</bad:t>
                      </bad:wrapper>
                    </a:p>
                  </a:txBody>
                </a:tc>
              </a:tr>
            </a:tbl>
          </a:graphicData>
        </a:graphic>
      </p:graphicFrame>
    </p:spTree>
  </p:cSld>
</p:sld>
</file>