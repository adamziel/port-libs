
<file path=[Content_Types].xml><?xml version="1.0" encoding="utf-8"?>
<Types xmlns="http://schemas.openxmlformats.org/package/2006/content-types">
  <Default Extension="xml" ContentType="application/xml"/>
</Types>
</file>

<file path=_rels/.rels><?xml version="1.0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r:id="rId1"/>
  </p:sldIdLst>
</p:presentation>
</file>

<file path=ppt/_rels/presentation.xml.rels><?xml version="1.0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Bullet deck</a:t>
            </a:r>
          </a:p>
        </p:txBody>
      </p:sp>
      <p:sp>
        <p:nvSpPr>
          <p:cNvPr id="3" name="Body"/>
          <p:cNvSpPr/>
          <p:nvPr/>
        </p:nvSpPr>
        <p:txBody>
          <a:bodyPr/>
          <a:lstStyle/>
          <a:p>
            <a:pPr lvl="0">
              <a:buChar char="•"/>
            </a:pPr>
            <a:r>
              <a:t>First bullet</a:t>
            </a:r>
          </a:p>
          <a:p>
            <a:pPr lvl="0">
              <a:buChar char="•"/>
            </a:pPr>
            <a:r>
              <a:t>Second bullet</a:t>
            </a:r>
          </a:p>
        </p:txBody>
      </p:sp>
    </p:spTree>
  </p:cSld>
</p:sld>
</file>