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</p:sp>
      <p:sp>
        <p:nvSpPr>
          <p:cNvPr id="3" name="Notes Placeholder 2"/>
          <p:cNvSpPr/>
          <p:nvPr>
            <p:ph type="body" idx="1"/>
          </p:nvPr>
        </p:nvSpPr>
        <p:txBody>
          <a:bodyPr/>
          <a:lstStyle/>
          <a:p>
            <a:r>
              <a:t>Remember the launch date.</a:t>
            </a:r>
          </a:p>
          <a:p>
            <a:r>
              <a:t>Ask about migration risks.</a:t>
            </a:r>
          </a:p>
        </p:txBody>
      </p:sp>
      <p:sp>
        <p:nvSpPr>
          <p:cNvPr id="4" name="Slide Number Placeholder 3"/>
          <p:cNvSpPr/>
          <p:nvPr>
            <p:ph type="sldNum" idx="2"/>
          </p:nvPr>
        </p:nvSpPr>
        <p:txBody>
          <a:bodyPr/>
          <a:lstStyle/>
          <a:p>
            <a:r>
              <a:t>1</a:t>
            </a:r>
          </a:p>
        </p:txBody>
      </p:sp>
    </p:spTree>
  </p:cSld>
</p:notes>
</file>

<file path=ppt/slides/_rels/slide1.xml.rels><?xml version="1.0" encoding="UTF-8"?>
<Relationships xmlns="http://schemas.openxmlformats.org/package/2006/relationships">
  <Relationship Id="rIdNotes" Type="http://schemas.openxmlformats.org/officeDocument/2006/relationships/notesSlide" Target="../notesSlides/notes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Notes slide</a:t>
            </a:r>
          </a:p>
        </p:txBody>
      </p:sp>
      <p:sp>
        <p:nvSpPr>
          <p:cNvPr id="3" name="Visible body"/>
          <p:cNvSpPr/>
          <p:nvPr/>
        </p:nvSpPr>
        <p:txBody>
          <a:bodyPr/>
          <a:lstStyle/>
          <a:p>
            <a:r>
              <a:t>Visible slide body</a:t>
            </a:r>
          </a:p>
        </p:txBody>
      </p:sp>
    </p:spTree>
  </p:cSld>
</p:sld>
</file>