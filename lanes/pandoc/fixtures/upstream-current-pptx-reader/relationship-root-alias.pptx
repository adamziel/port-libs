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</Types>
</file>

<file path=_rels/.rels><?xml version="1.0" encoding="UTF-8"?>
<PackageRelationshipRoot>
  <Relationship Id="rIdPresentation" Type="http://schemas.openxmlformats.org/officeDocument/2006/relationships/officeDocument" Target="ppt/presentation.xml"/>
</PackageRelationshipRoot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PresentationRelationshipRoot>
  <Relationship Id="rIdSlide" Type="http://schemas.openxmlformats.org/officeDocument/2006/relationships/slide" Target="slides/slide1.xml"/>
</PresentationRelationshipRoot>
</file>

<file path=ppt/slides/_rels/slide1.xml.rels><?xml version="1.0" encoding="UTF-8"?>
<SlideRelationshipRoot>
  <Relationship Id="rIdImage" Type="http://schemas.openxmlformats.org/officeDocument/2006/relationships/image" Target="../media/relationship-root-alias.png"/>
</SlideRelationshipRoot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Relationship root names</a:t>
            </a:r>
          </a:p>
        </p:txBody>
      </p:sp>
      <p:pic>
        <p:nvPicPr>
          <p:cNvPr id="3" name="Root Alias Picture" descr="Root alias alt"/>
          <p:cNvPicPr/>
          <p:nvPr/>
        </p:nvPicPr>
        <p:blipFill>
          <a:blip r:embed="rIdImage"/>
        </p:blipFill>
      </p:pic>
    </p:spTree>
  </p:cSld>
</p:sld>
</file>