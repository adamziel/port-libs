
<file path=_rels/.rels><?xml version="1.0" encoding="UTF-8"?>
<Relationships xmlns="http://schemas.openxmlformats.org/package/2006/relationships">
  <Relationship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1"/>
  </p:sldIdLst>
  <p:sldSz cx="9144000" cy="6858000"/>
</p:presentation>
</file>

<file path=ppt/_rels/presentation.xml.rels><?xml version="1.0" encoding="UTF-8"?>
<Relationships xmlns="http://schemas.openxmlformats.org/package/2006/relationships">
  <Relationship Id="rIdSlide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AlternateContent skip deck</a:t>
            </a:r>
          </a:p>
        </p:txBody>
      </p:sp>
      <p:sp>
        <p:nvSpPr>
          <p:cNvPr id="3" name="Before Body"/>
          <p:cNvSpPr/>
          <p:nvPr/>
        </p:nvSpPr>
        <p:txBody>
          <a:bodyPr/>
          <a:lstStyle/>
          <a:p>
            <a:r>
              <a:t>Visible before alternate content</a:t>
            </a:r>
          </a:p>
        </p:txBody>
      </p:sp>
      <mc:AlternateContent>
        <mc:Choice Requires="p">
          <p:sp>
            <p:nvSpPr>
              <p:cNvPr id="4" name="Choice Body"/>
              <p:cNvSpPr/>
              <p:nvPr/>
            </p:nvSpPr>
            <p:txBody>
              <a:bodyPr/>
              <a:lstStyle/>
              <a:p>
                <a:r>
                  <a:t>Choice content hidden</a:t>
                </a:r>
              </a:p>
            </p:txBody>
          </p:sp>
        </mc:Choice>
        <mc:Fallback>
          <p:sp>
            <p:nvSpPr>
              <p:cNvPr id="5" name="Fallback Body"/>
              <p:cNvSpPr/>
              <p:nvPr/>
            </p:nvSpPr>
            <p:txBody>
              <a:bodyPr/>
              <a:lstStyle/>
              <a:p>
                <a:r>
                  <a:t>Fallback content hidden</a:t>
                </a:r>
              </a:p>
            </p:txBody>
          </p:sp>
        </mc:Fallback>
      </mc:AlternateContent>
      <p:sp>
        <p:nvSpPr>
          <p:cNvPr id="6" name="After Body"/>
          <p:cNvSpPr/>
          <p:nvPr/>
        </p:nvSpPr>
        <p:txBody>
          <a:bodyPr/>
          <a:lstStyle/>
          <a:p>
            <a:r>
              <a:t>Visible after alternate content</a:t>
            </a:r>
          </a:p>
        </p:txBody>
      </p:sp>
    </p:spTree>
  </p:cSld>
</p:sld>
</file>