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Link" Type="http://schemas.openxmlformats.org/officeDocument/2006/relationships/hyperlink" Target="https://example.test/spec?x=1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Hyperlink slide</a:t>
            </a:r>
          </a:p>
        </p:txBody>
      </p:sp>
      <p:sp>
        <p:nvSpPr>
          <p:cNvPr id="3" name="Linked body"/>
          <p:cNvSpPr/>
          <p:nvPr/>
        </p:nvSpPr>
        <p:txBody>
          <a:bodyPr/>
          <a:lstStyle/>
          <a:p>
            <a:r>
              <a:t>Read </a:t>
            </a:r>
            <a:r>
              <a:rPr>
                <a:hlinkClick r:id="rIdLink" tooltip="Spec link"/>
              </a:rPr>
              <a:t>the spec</a:t>
            </a:r>
            <a:r>
              <a:t> now</a:t>
            </a:r>
          </a:p>
        </p:txBody>
      </p:sp>
    </p:spTree>
  </p:cSld>
</p:sld>
</file>