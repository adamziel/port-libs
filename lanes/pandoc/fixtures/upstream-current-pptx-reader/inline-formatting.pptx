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Inline formatting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Plain </a:t>
            </a:r>
            <a:r>
              <a:rPr b="1"/>
              <a:t>bold</a:t>
            </a:r>
            <a:r>
              <a:rPr/>
              <a:t> and </a:t>
            </a:r>
            <a:r>
              <a:rPr i="1"/>
              <a:t>italic</a:t>
            </a:r>
            <a:r>
              <a:rPr/>
              <a:t> and </a:t>
            </a:r>
            <a:r>
              <a:rPr baseline="30000"/>
              <a:t>sup</a:t>
            </a:r>
            <a:r>
              <a:rPr/>
              <a:t> and </a:t>
            </a:r>
            <a:r>
              <a:rPr baseline="-25000"/>
              <a:t>sub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2026-07-03T08:34:02Z</dcterms:created>
  <dcterms:modified xsi:type="dcterms:W3CDTF">2026-07-03T08:34:02Z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