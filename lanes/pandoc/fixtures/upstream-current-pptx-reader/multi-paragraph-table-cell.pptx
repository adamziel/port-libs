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Table cell paragraphs</a:t>
            </a:r>
          </a:p>
        </p:txBody>
      </p:sp>
      <p:graphicFrame>
        <p:nvGraphicFramePr>
          <p:cNvPr id="3" name="Table"/>
          <p:cNvGraphicFramePr/>
          <p:nvPr/>
        </p:nvGraphicFramePr>
        <a:graphic>
          <a:graphicData uri="http://schemas.openxmlformats.org/drawingml/2006/table">
            <a:tbl>
              <a:tblGrid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First line</a:t>
                      </a:r>
                    </a:p>
                    <a:p>
                      <a:r>
                        <a:t>Second line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