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https://example.test/linked-image.png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Linked image skip deck</a:t>
            </a:r>
          </a:p>
        </p:txBody>
      </p:sp>
      <p:pic>
        <p:nvPicPr>
          <p:cNvPr id="7" name="Embedded Picture" descr="Embedded alt"/>
          <p:cNvPicPr/>
          <p:nvPr/>
        </p:nvPicPr>
        <p:blipFill>
          <a:blip r:link="rIdImage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  <p:sp>
        <p:nvSpPr>
          <p:cNvPr id="8" name="Visible body"/>
          <p:cNvSpPr/>
          <p:nvPr/>
        </p:nvSpPr>
        <p:txBody>
          <a:bodyPr/>
          <a:lstStyle/>
          <a:p>
            <a:r>
              <a:t>Visible after linked image</a:t>
            </a:r>
          </a:p>
        </p:txBody>
      </p:sp>
    </p:spTree>
  </p:cSld>
</p:sld>
</file>