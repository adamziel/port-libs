
<file path=[Content_Types].xml><?xml version="1.0" encoding="utf-8"?>
<Types xmlns="http://schemas.openxmlformats.org/package/2006/content-types">
  <Default Extension="xml" ContentType="application/xml"/>
</Types>
</file>

<file path=_rels/.rels><?xml version="1.0" encoding="UTF-8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461" r:id="rIdSlide"/>
  </p:sldIdLst>
</p:presentation>
</file>

<file path=ppt/_rels/presentation.xml.rels><?xml version="1.0" encoding="UTF-8"?>
<Relationships xmlns="http://schemas.openxmlformats.org/package/2006/relationships">
  <Relationship Id="rIdSlide" Type="http://schemas.openxmlformats.org/officeDocument/2006/relationships/slide" Target="slides/slide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txBody>
          <a:bodyPr/>
          <a:lstStyle/>
          <a:p>
            <a:r>
              <a:t>Continuation slide</a:t>
            </a:r>
          </a:p>
        </p:txBody>
      </p:sp>
      <p:sp>
        <p:nvSpPr>
          <p:cNvPr id="3" name="Continuation body"/>
          <p:cNvSpPr/>
          <p:nvPr/>
        </p:nvSpPr>
        <p:txBody>
          <a:bodyPr/>
          <a:lstStyle/>
          <a:p>
            <a:pPr lvl="0">
              <a:buChar char="•"/>
            </a:pPr>
            <a:r>
              <a:t>Top-level</a:t>
            </a:r>
          </a:p>
          <a:p>
            <a:pPr lvl="1" indent="0" marL="342900">
              <a:buNone/>
            </a:pPr>
            <a:r>
              <a:t>With continuation</a:t>
            </a:r>
          </a:p>
          <a:p>
            <a:pPr lvl="1">
              <a:buChar char="•"/>
            </a:pPr>
            <a:r>
              <a:t>Nested bullet</a:t>
            </a:r>
          </a:p>
          <a:p>
            <a:pPr lvl="2" indent="0" marL="685800">
              <a:buNone/>
            </a:pPr>
            <a:r>
              <a:t>Nested continuation</a:t>
            </a:r>
          </a:p>
          <a:p>
            <a:pPr lvl="0">
              <a:buChar char="•"/>
            </a:pPr>
            <a:r>
              <a:t>Second top-level</a:t>
            </a:r>
          </a:p>
        </p:txBody>
      </p:sp>
    </p:spTree>
  </p:cSld>
</p:sld>
</file>