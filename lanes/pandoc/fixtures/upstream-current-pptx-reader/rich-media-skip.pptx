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mp4" ContentType="video/mp4"/>
  <Default Extension="wav" ContentType="audio/wav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  <p:sldSz cx="9144000" cy="6858000"/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Video" Type="http://schemas.microsoft.com/office/2007/relationships/media" Target="../media/training.mp4"/>
  <Relationship Id="rIdAudio" Type="http://schemas.openxmlformats.org/officeDocument/2006/relationships/audio" Target="../media/narration.wav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Rich media skip deck</a:t>
            </a:r>
          </a:p>
        </p:txBody>
      </p:sp>
      <p:pic>
        <p:nvPicPr>
          <p:cNvPr id="7" name="Video Placeholder" descr="Training clip"/>
          <p:cNvPicPr/>
          <p:nvPr>
            <a:videoFile r:link="rIdVideo"/>
          </p:nvPr>
        </p:nvPicPr>
        <p:spPr>
          <a:xfrm>
            <a:off x="914400" y="1371600"/>
            <a:ext cx="3657600" cy="2057400"/>
          </a:xfrm>
          <a:prstGeom prst="rect">
            <a:avLst/>
          </a:prstGeom>
        </p:spPr>
      </p:pic>
      <p:sp>
        <p:nvSpPr>
          <p:cNvPr id="8" name="Audio Shape" descr="Audio narration"/>
          <p:cNvSpPr/>
          <p:nvPr>
            <a:audioFile r:link="rIdAudio"/>
          </p:nvPr>
        </p:nvSpPr>
        <p:spPr>
          <a:xfrm>
            <a:off x="5029200" y="1371600"/>
            <a:ext cx="914400" cy="914400"/>
          </a:xfrm>
          <a:prstGeom prst="rect">
            <a:avLst/>
          </a:prstGeom>
        </p:spPr>
      </p:sp>
      <p:sp>
        <p:nvSpPr>
          <p:cNvPr id="9" name="Visible body"/>
          <p:cNvSpPr/>
          <p:nvPr/>
        </p:nvSpPr>
        <p:txBody>
          <a:bodyPr/>
          <a:lstStyle/>
          <a:p>
            <a:r>
              <a:t>Visible after media placeholders</a:t>
            </a:r>
          </a:p>
        </p:txBody>
      </p:sp>
    </p:spTree>
  </p:cSld>
</p:sld>
</file>