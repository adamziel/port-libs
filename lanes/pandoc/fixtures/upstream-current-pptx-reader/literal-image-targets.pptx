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RootRelativeImage" Type="http://schemas.openxmlformats.org/officeDocument/2006/relationships/image" Target="/ppt/media/root-relative.png"/>
  <Relationship Id="rIdDotSegmentImage" Type="http://schemas.openxmlformats.org/officeDocument/2006/relationships/image" Target="../media/../media/dot-segment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Literal image targets</a:t>
            </a:r>
          </a:p>
        </p:txBody>
      </p:sp>
      <p:pic>
        <p:nvPicPr>
          <p:cNvPr id="7" name="Root Relative Picture" descr="Root relative alt"/>
        </p:nvPicPr>
        <p:blipFill>
          <a:blip r:embed="rIdRootRelativeImage"/>
        </p:blipFill>
      </p:pic>
      <p:pic>
        <p:nvPicPr>
          <p:cNvPr id="8" name="Dot Segment Picture" descr="Dot segment alt"/>
        </p:nvPicPr>
        <p:blipFill>
          <a:blip r:embed="rIdDotSegmentImage"/>
        </p:blipFill>
      </p:pic>
    </p:spTree>
  </p:cSld>
</p:sld>
</file>