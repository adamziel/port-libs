
<file path=_rels/.rels><?xml version="1.0" encoding="UTF-8"?>
<Relationships xmlns="http://schemas.openxmlformats.org/package/2006/relationships">
  <OfficeDocumentAlias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SlideAlias Id="rIdSlide" Target="slides/slide1.xml"/>
</Relationships>
</file>

<file path=ppt/slides/_rels/slide1.xml.rels><?xml version="1.0" encoding="UTF-8"?>
<Relationships xmlns="http://schemas.openxmlformats.org/package/2006/relationships">
  <ImageAlias Id="rIdImage" Target="../media/non-relationship-child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Relationship child names</a:t>
            </a:r>
          </a:p>
        </p:txBody>
      </p:sp>
      <p:pic>
        <p:nvPicPr>
          <p:cNvPr id="3" name="Odd Child Picture" descr="Odd child alt"/>
          <p:cNvPicPr/>
          <p:nvPr/>
        </p:nvPicPr>
        <p:blipFill>
          <a:blip r:embed="rIdImage"/>
        </p:blipFill>
      </p:pic>
    </p:spTree>
  </p:cSld>
</p:sld>
</file>