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HiddenImage" Type="http://schemas.openxmlformats.org/officeDocument/2006/relationships/image" Target="../media/hidden-shape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Hidden shape metadata</a:t>
            </a:r>
          </a:p>
        </p:txBody>
      </p:sp>
      <p:sp>
        <p:nvSpPr>
          <p:cNvPr id="3" name="Explicit Visible Shape" hidden="0"/>
          <p:cNvSpPr/>
          <p:nvPr/>
        </p:nvSpPr>
        <p:txBody>
          <a:bodyPr/>
          <a:lstStyle/>
          <a:p>
            <a:r>
              <a:t>Explicit visible body</a:t>
            </a:r>
          </a:p>
        </p:txBody>
      </p:sp>
      <p:sp>
        <p:nvSpPr>
          <p:cNvPr id="4" name="Hidden Text Shape" hidden="1"/>
          <p:cNvSpPr/>
          <p:nvPr/>
        </p:nvSpPr>
        <p:txBody>
          <a:bodyPr/>
          <a:lstStyle/>
          <a:p>
            <a:r>
              <a:t>Hidden body remains visible</a:t>
            </a:r>
          </a:p>
        </p:txBody>
      </p:sp>
      <p:pic>
        <p:nvPicPr>
          <p:cNvPr id="5" name="Hidden Picture" descr="Hidden picture alt" hidden="1"/>
          <p:cNvPicPr/>
          <p:nvPr/>
        </p:nvPicPr>
        <p:blipFill>
          <a:blip r:embed="rIdHiddenImage"/>
        </p:blipFill>
      </p:pic>
    </p:spTree>
  </p:cSld>
</p:sld>
</file>