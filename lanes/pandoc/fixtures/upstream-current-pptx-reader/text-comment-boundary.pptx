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Text comment boundary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
                Alpha
                <!-- comment inside text -->
                Beta
                <!-- another ignored comment -->
                Gamma
              </a:t>
            </a:r>
          </a:p>
        </p:txBody>
      </p:sp>
    </p:spTree>
  </p:cSld>
</p:sld>
</file>