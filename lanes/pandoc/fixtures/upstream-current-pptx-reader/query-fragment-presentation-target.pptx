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</Types>
</file>

<file path=_rels/.rels><?xml version="1.0"?><Relationships xmlns="http://schemas.openxmlformats.org/package/2006/relationships"><Relationship Id="rIdPresentation" Type="http://schemas.openxmlformats.org/officeDocument/2006/relationships/officeDocument" Target="ppt/presentation.xml?literal#deck"/>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id="462" r:id="rIdNormalSlide"/>
  </p:sldIdLst>
</p:presentation>
</file>

<file path=ppt/_rels/presentation.xml.rels><?xml version="1.0"?><Relationships xmlns="http://schemas.openxmlformats.org/package/2006/relationships"><Relationship Id="rIdNormalSlide" Type="http://schemas.openxmlformats.org/officeDocument/2006/relationships/slide" Target="slides/normal.xml"/></Relationships>
</file>

<file path=ppt/_rels/presentation.xml?literal#deck.rels><?xml version="1.0"?><Relationships xmlns="http://schemas.openxmlformats.org/package/2006/relationships"><Relationship Id="rIdSlide" Type="http://schemas.openxmlformats.org/officeDocument/2006/relationships/slide" Target="slides/slide1.xml"/></Relationships>
</file>

<file path=ppt/slides/normal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Normal presentation target should stay hidden</a:t>
            </a:r>
          </a:p>
        </p:txBody>
      </p:sp>
    </p:spTree>
  </p:cSld>
</p:sld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Query fragment presentation target</a:t>
            </a:r>
          </a:p>
        </p:txBody>
      </p:sp>
    </p:spTree>
  </p:cSld>
</p:sld>
</file>