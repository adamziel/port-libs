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p14="http://schemas.microsoft.com/office/powerpoint/2010/main">
  <p:sldIdLst>
    <p:sldId id="301" r:id="rId1"/>
    <p:sldId id="302" r:id="rId2"/>
    <p:sldId id="303" r:id="rId3"/>
  </p:sldIdLst>
  <p:custShowLst>
    <p:custShow name="Reverse briefing" id="7">
      <p:sldLst>
        <p:sld r:id="rId3"/>
        <p:sld r:id="rId1"/>
      </p:sldLst>
    </p:custShow>
    <p:custShow name="Broken metadata" id="8">
      <p:sldLst>
        <p:sld r:id="rIdMissing"/>
        <p:sld/>
      </p:sldLst>
    </p:custShow>
  </p:custShowLst>
  <p:showPr>
    <p:custShow id="7"/>
  </p:showPr>
  <p:extLst>
    <p:ext uri="{521415D9-36F7-43E2-AB2F-B90AF26B5E84}">
      <p14:sectionLst>
        <p14:section name="Front matter" id="{front}">
          <p14:sldIdLst>
            <p14:sldId id="301"/>
            <p14:sldId id="302"/>
          </p14:sldIdLst>
        </p14:section>
        <p14:section name="Appendix" id="{appendix}">
          <p14:sldIdLst>
            <p14:sldId id="303"/>
            <p14:sldId id="999"/>
          </p14:sldIdLst>
        </p14:section>
      </p14:sectionLst>
    </p:ext>
  </p:ext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Alpha agenda</a:t>
            </a:r>
          </a:p>
        </p:txBody>
      </p:sp>
      <p:sp>
        <p:nvSpPr>
          <p:cNvPr id="3" name="Content Placeholder 2"/>
          <p:cNvSpPr/>
          <p:nvPr>
            <p:ph type="body" idx="1"/>
          </p:nvPr>
        </p:nvSpPr>
        <p:txBody>
          <a:bodyPr/>
          <a:lstStyle/>
          <a:p>
            <a:r>
              <a:t>Visible alpha body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Beta update</a:t>
            </a:r>
          </a:p>
        </p:txBody>
      </p:sp>
      <p:sp>
        <p:nvSpPr>
          <p:cNvPr id="3" name="Content Placeholder 2"/>
          <p:cNvSpPr/>
          <p:nvPr>
            <p:ph type="body" idx="1"/>
          </p:nvPr>
        </p:nvSpPr>
        <p:txBody>
          <a:bodyPr/>
          <a:lstStyle/>
          <a:p>
            <a:r>
              <a:t>Visible beta body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Gamma appendix</a:t>
            </a:r>
          </a:p>
        </p:txBody>
      </p:sp>
      <p:sp>
        <p:nvSpPr>
          <p:cNvPr id="3" name="Content Placeholder 2"/>
          <p:cNvSpPr/>
          <p:nvPr>
            <p:ph type="body" idx="1"/>
          </p:nvPr>
        </p:nvSpPr>
        <p:txBody>
          <a:bodyPr/>
          <a:lstStyle/>
          <a:p>
            <a:r>
              <a:t>Visible gamma body</a:t>
            </a:r>
          </a:p>
        </p:txBody>
      </p:sp>
    </p:spTree>
  </p:cSld>
</p:sld>
</file>