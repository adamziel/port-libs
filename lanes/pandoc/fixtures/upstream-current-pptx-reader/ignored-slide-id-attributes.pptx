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Presentation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not-an-int" r:id="rIdSlideOne"/>
    <p:sldId r:id="rIdSlideTwo"/>
  </p:sldIdLst>
</p:presentation>
</file>

<file path=ppt/_rels/presentation.xml.rels><?xml version="1.0"?>
<Relationships xmlns="http://schemas.openxmlformats.org/package/2006/relationships">
  <Relationship Id="rIdSlideOne" Type="http://schemas.openxmlformats.org/officeDocument/2006/relationships/slide" Target="slides/slide1.xml"/>
  <Relationship Id="rIdSlideTwo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Invalid numeric slide id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Missing numeric slide id</a:t>
            </a:r>
          </a:p>
        </p:txBody>
      </p:sp>
    </p:spTree>
  </p:cSld>
</p:sld>
</file>