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Breaks slide</a:t>
            </a:r>
          </a:p>
        </p:txBody>
      </p:sp>
      <p:sp>
        <p:nvSpPr>
          <p:cNvPr id="3" name="Break tab body"/>
          <p:cNvSpPr/>
          <p:nvPr/>
        </p:nvSpPr>
        <p:txBody>
          <a:bodyPr/>
          <a:lstStyle/>
          <a:p>
            <a:r>
              <a:t>Line one</a:t>
            </a:r>
            <a:br/>
            <a:r>
              <a:t>Line two</a:t>
            </a:r>
            <a:tab/>
            <a:r>
              <a:t>Tabbed</a:t>
            </a:r>
            <a:fld id="{11111111-2222-3333-4444-555555555555}" type="slidenum">
              <a:t>Field text</a:t>
            </a:fld>
          </a:p>
        </p:txBody>
      </p:sp>
    </p:spTree>
  </p:cSld>
</p:sld>
</file>