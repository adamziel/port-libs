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Sz cx="9144000" cy="6858000"/>
  <p:sldIdLst>
    <p:sldId id="256" r:id="rIdSlide"/>
  </p:sldIdLst>
</p:presentation>
</file>

<file path=ppt/_rels/presentation.xml.rels><?xml version="1.0" encoding="UTF-8"?>
<Relationships xmlns="http://schemas.openxmlformats.org/package/2006/relationships">
  <Relationship Id="rIdSlide" Type="http://schemas.openxmlformats.org/officeDocument/2006/relationships/slide" Target="slides/slide1.xml"/>
</Relationships>
</file>

<file path=ppt/slides/_rels/slide1.xml.rels><?xml version="1.0" encoding="UTF-8"?>
<Relationships xmlns="http://schemas.openxmlformats.org/package/2006/relationships">
  <Relationship Id="rIdImage" Type="http://schemas.openxmlformats.org/officeDocument/2006/relationships/image" Target="../media/image1.png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txBody>
          <a:bodyPr/>
          <a:lstStyle/>
          <a:p>
            <a:r>
              <a:t>Image deck</a:t>
            </a:r>
          </a:p>
        </p:txBody>
      </p:sp>
      <p:pic>
        <p:nvPicPr>
          <p:cNvPr id="7" name="Embedded Picture" descr="Embedded alt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914400" y="1371600"/>
            <a:ext cx="1828800" cy="914400"/>
          </a:xfrm>
          <a:prstGeom prst="rect">
            <a:avLst/>
          </a:prstGeom>
        </p:spPr>
      </p:pic>
    </p:spTree>
  </p:cSld>
</p:sld>
</file>