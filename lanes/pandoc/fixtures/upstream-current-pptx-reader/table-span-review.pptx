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Table span review</a:t>
            </a:r>
          </a:p>
        </p:txBody>
      </p:sp>
      <p:graphicFrame>
        <p:nvGraphicFramePr>
          <p:cNvPr id="3" name="Span Table"/>
          <p:cNvGraphicFramePr/>
          <p:nvPr/>
        </p:nvGraphicFramePr>
        <p:xfrm>
          <a:off x="914400" y="1828800"/>
          <a:ext cx="4572000" cy="1371600"/>
        </p:xfrm>
        <a:graphic>
          <a:graphicData uri="http://schemas.openxmlformats.org/drawingml/2006/table">
            <a:tbl>
              <a:tblGrid>
                <a:gridCol w="1524000"/>
                <a:gridCol w="1524000"/>
                <a:gridCol w="1524000"/>
              </a:tblGrid>
              <a:tr h="457200">
                <a:tc gridSpan="2"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 rowSpan="2"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