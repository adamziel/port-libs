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Image" Type="http://schemas.openxmlformats.org/officeDocument/2006/relationships/image" Target="../media/grouped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Grouped slide</a:t>
            </a:r>
          </a:p>
        </p:txBody>
      </p:sp>
      <p:grpSp>
        <p:nvGrpSpPr>
          <p:cNvPr id="10" name="Group 1"/>
          <p:cNvGrpSpPr/>
          <p:nvPr/>
        </p:nvGrpSpPr>
        <p:grpSpPr>
          <a:xfrm>
            <a:off x="100" y="200"/>
            <a:ext cx="300" cy="400"/>
          </a:xfrm>
        </p:grpSpPr>
        <p:sp>
          <p:nvSpPr>
            <p:cNvPr id="11" name="Grouped Text"/>
            <p:cNvSpPr/>
            <p:nvPr/>
          </p:nvSpPr>
          <p:txBody>
            <a:bodyPr/>
            <a:lstStyle/>
            <a:p>
              <a:r>
                <a:t>Grouped body</a:t>
              </a:r>
            </a:p>
          </p:txBody>
        </p:sp>
        <p:pic>
          <p:nvPicPr>
            <p:cNvPr id="12" name="Grouped Picture" descr="Grouped alt"/>
            <p:cNvPicPr/>
            <p:nvPr/>
          </p:nvPicPr>
          <p:blipFill>
            <a:blip r:embed="rIdImage"/>
          </p:blipFill>
        </p:pic>
        <p:grpSp>
          <p:nvGrpSpPr>
            <p:cNvPr id="13" name="Nested Group"/>
            <p:cNvGrpSpPr/>
            <p:nvPr/>
          </p:nvGrpSpPr>
          <p:grpSpPr/>
          <p:sp>
            <p:nvSpPr>
              <p:cNvPr id="14" name="Nested Text"/>
              <p:cNvSpPr/>
              <p:nvPr/>
            </p:nvSpPr>
            <p:txBody>
              <a:bodyPr/>
              <a:lstStyle/>
              <a:p>
                <a:r>
                  <a:t>Nested grouped body</a:t>
                </a:r>
              </a:p>
            </p:txBody>
          </p:sp>
        </p:grpSp>
      </p:grpSp>
    </p:spTree>
  </p:cSld>
</p:sld>
</file>