
<file path=[Content_Types].xml><?xml version="1.0" encoding="utf-8"?>
<Types xmlns="http://schemas.openxmlformats.org/package/2006/content-types">
  <Default Extension="xml" ContentType="application/xml"/>
</Types>
</file>

<file path=_rels/.rels><?xml version="1.0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p="http://schemas.openxmlformats.org/presentationml/2006/main" xmlns:r="http://schemas.openxmlformats.org/officeDocument/2006/relationships">
  <p:sldSz cx="9144000" cy="6858000"/>
  <p:sldIdLst>
    <p:sldId r:id="rId1"/>
  </p:sldIdLst>
</p:presentation>
</file>

<file path=ppt/_rels/presentation.xml.rels><?xml version="1.0"?>
<Relationships xmlns="http://schemas.openxmlformats.org/package/2006/relationships">
  <Relationship Id="rId1" Type="http://schemas.openxmlformats.org/officeDocument/2006/relationships/slide" Target="slides/slide1.xml"/>
</Relationships>
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2" name="Title"/>
          <p:cNvSpPr/>
          <p:nvPr>
            <p:ph type="title"/>
          </p:nvPr>
        </p:nvSpPr>
        <p:txBody>
          <a:bodyPr/>
          <a:lstStyle/>
          <a:p>
            <a:r>
              <a:t>Minimal deck</a:t>
            </a:r>
          </a:p>
        </p:txBody>
      </p:sp>
      <p:sp>
        <p:nvSpPr>
          <p:cNvPr id="3" name="Body"/>
          <p:cNvSpPr/>
          <p:nvPr/>
        </p:nvSpPr>
        <p:txBody>
          <a:bodyPr/>
          <a:lstStyle/>
          <a:p>
            <a:r>
              <a:t>Second checked pair</a:t>
            </a:r>
          </a:p>
        </p:txBody>
      </p:sp>
    </p:spTree>
  </p:cSld>
</p:sld>
</file>