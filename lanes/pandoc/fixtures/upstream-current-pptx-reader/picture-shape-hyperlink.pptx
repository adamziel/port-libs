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Slide"/>
  </p:sldIdLst>
  <p:sldSz cx="9144000" cy="6858000"/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  <Relationship Id="rIdImage" Type="http://schemas.openxmlformats.org/officeDocument/2006/relationships/image" Target="../media/picture-hyperlink.png"/>
  <Relationship Id="rIdPictureLink" Type="http://schemas.openxmlformats.org/officeDocument/2006/relationships/hyperlink" Target="https://example.test/picture-shape" TargetMode="Externa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Picture hyperlink ignored</a:t>
            </a:r>
          </a:p>
        </p:txBody>
      </p:sp>
      <p:pic>
        <p:nvPicPr>
          <p:cNvPr id="7" name="Hyperlinked Picture" descr="Picture hyperlink alt">
            <a:hlinkClick r:id="rIdPictureLink" tooltip="Open picture target"/>
          </p:cNvPr>
          <p:cNvPicPr/>
          <p:nvPr/>
        </p:nvPicPr>
        <p:blipFill>
          <a:blip r:embed="rIdImage"/>
        </p:blipFill>
        <p:spPr>
          <a:xfrm>
            <a:off x="1524000" y="1524000"/>
            <a:ext cx="1828800" cy="1371600"/>
          </a:xfrm>
          <a:prstGeom prst="rect">
            <a:avLst/>
          </a:prstGeom>
        </p:spPr>
      </p:pic>
    </p:spTree>
  </p:cSld>
</p:sld>
</file>