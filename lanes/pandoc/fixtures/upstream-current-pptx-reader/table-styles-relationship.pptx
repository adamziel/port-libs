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</Types>
</file>

<file path=_rels/.rels><?xml version="1.0" encoding="UTF-8"?>
<Relationships xmlns="http://schemas.openxmlformats.org/package/2006/relationships">
  <Relationship Id="rIdPresentation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id="256" r:id="rIdSlide"/>
  </p:sldIdLst>
</p:presentation>
</file>

<file path=ppt/tableStyles.xml><?xml version="1.0" encoding="utf-8"?>
<a:tblStyleLst xmlns:a="http://schemas.openxmlformats.org/drawingml/2006/main" def="{11111111-2222-3333-4444-555555555555}">
  <a:tblStyle styleId="{11111111-2222-3333-4444-555555555555}" styleName="Unreferenced Current Style"/>
</a:tblStyleLst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  <Relationship Id="rIdTableStyles" Type="http://schemas.openxmlformats.org/officeDocument/2006/relationships/tableStyles" Target="tableStyles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Table styles relationship</a:t>
            </a:r>
          </a:p>
        </p:txBody>
      </p:sp>
      <p:graphicFrame>
        <p:nvGraphicFramePr>
          <p:cNvPr id="3" name="Relationship Table"/>
          <p:cNvGraphicFramePr/>
          <p:nvPr/>
        </p:nvGraphicFramePr>
        <p:xfrm>
          <a:off x="914400" y="18288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r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Styles 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Related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