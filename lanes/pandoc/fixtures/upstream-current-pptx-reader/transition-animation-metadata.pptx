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Transition animation metadata</a:t>
            </a:r>
          </a:p>
        </p:txBody>
      </p:sp>
      <p:sp>
        <p:nvSpPr>
          <p:cNvPr id="3" name="Animated body"/>
          <p:cNvSpPr/>
          <p:nvPr/>
        </p:nvSpPr>
        <p:txBody>
          <a:bodyPr/>
          <a:lstStyle/>
          <a:p>
            <a:r>
              <a:t>Visible animated body</a:t>
            </a:r>
          </a:p>
        </p:txBody>
      </p:sp>
    </p:spTree>
  </p:cSld>
  <p:transition spd="slow" advClick="0"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" presetClass="entr" presetSubtype="0" fill="hold" nodeType="clickEffect">
                      <p:childTnLst>
                        <p:par>
                          <p:cTn id="4" dur="500" fill="hold"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