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Media relative image target</a:t>
            </a:r>
          </a:p>
        </p:txBody>
      </p:sp>
      <p:pic>
        <p:nvPicPr>
          <p:cNvPr id="7" name="Media Relative Picture" descr="Media relative al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</p:spTree>
  </p:cSld>
</p:sld>
</file>