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First run property symbol slide</a:t>
            </a:r>
          </a:p>
        </p:txBody>
      </p:sp>
      <p:sp>
        <p:nvSpPr>
          <p:cNvPr id="3" name="First run property symbol body"/>
          <p:cNvSpPr/>
          <p:nvPr/>
        </p:nvSpPr>
        <p:txBody>
          <a:bodyPr/>
          <a:lstStyle/>
          <a:p>
            <a:r>
              <a:rPr/>
              <a:rPr>
                <a:sym typeface="Wingdings"/>
              </a:rPr>
              <a:t>Later run properties stay plain</a:t>
            </a:r>
          </a:p>
          <a:p>
            <a:r>
              <a:rPr>
                <a:sym typeface="Arial"/>
                <a:sym typeface="Wingdings"/>
              </a:rPr>
              <a:t>Later symbol stays plain</a:t>
            </a:r>
          </a:p>
          <a:p>
            <a:r>
              <a:rPr>
                <a:sym typeface="Wingdings"/>
              </a:rPr>
              <a:t>First symbol becomes bullet</a:t>
            </a:r>
          </a:p>
        </p:txBody>
      </p:sp>
    </p:spTree>
  </p:cSld>
</p:sld>
</file>