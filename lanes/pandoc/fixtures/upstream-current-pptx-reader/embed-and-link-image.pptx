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EmbedImage" Type="http://schemas.openxmlformats.org/officeDocument/2006/relationships/image" Target="../media/embed-wins.png"/>
  <Relationship Id="rIdLinkedImage" Type="http://schemas.openxmlformats.org/officeDocument/2006/relationships/image" Target="../media/link-loses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Embed link precedence</a:t>
            </a:r>
          </a:p>
        </p:txBody>
      </p:sp>
      <p:pic>
        <p:nvPicPr>
          <p:cNvPr id="7" name="Embed Wins Picture" descr="Embed wins alt"/>
          <p:cNvPicPr/>
          <p:nvPr/>
        </p:nvPicPr>
        <p:blipFill>
          <a:blip r:embed="rIdEmbedImage" r:link="rIdLinkedImage"/>
          <a:stretch>
            <a:fillRect/>
          </a:stretch>
        </p:blipFill>
        <p:spPr>
          <a:xfrm>
            <a:off x="914400" y="1371600"/>
            <a:ext cx="1828800" cy="914400"/>
          </a:xfrm>
          <a:prstGeom prst="rect">
            <a:avLst/>
          </a:prstGeom>
        </p:spPr>
      </p:pic>
    </p:spTree>
  </p:cSld>
</p:sld>
</file>