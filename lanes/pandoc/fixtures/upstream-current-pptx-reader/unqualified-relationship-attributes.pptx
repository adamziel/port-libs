
<file path=_rels/.rels><?xml version="1.0" encoding="UTF-8"?>
<Relationships xmlns="http://schemas.openxmlformats.org/package/2006/relationships"
               xmlns:q="urn:qualified-relationship-attributes">
  <Relationship q:Id="rIdQualifiedPresentation" q:Type="http://schemas.openxmlformats.org/officeDocument/2006/relationships/officeDocument" q:Target="ppt/qualified-presentation.xml"/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
               xmlns:q="urn:qualified-relationship-attributes">
  <Relationship q:Id="rIdSlide" Target="slides/qualified-id.xml"/>
  <Relationship Id="rIdSlide" q:Target="slides/qualified-target.xml"/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
               xmlns:q="urn:qualified-relationship-attributes">
  <Relationship q:Id="rIdImage" Target="../media/qualified-id.png"/>
  <Relationship Id="rIdImage" q:Target="../media/qualified-target.png"/>
  <Relationship Id="rIdImage" Type="http://schemas.openxmlformats.org/officeDocument/2006/relationships/image" Target="../media/unqualified-relationship-attribute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Unqualified relationship attributes</a:t>
            </a:r>
          </a:p>
        </p:txBody>
      </p:sp>
      <p:pic>
        <p:nvPicPr>
          <p:cNvPr id="3" name="Unqualified Attribute Picture" descr="Unqualified attribute alt"/>
          <p:cNvPicPr/>
          <p:nvPr/>
        </p:nvPicPr>
        <p:blipFill>
          <a:blip r:embed="rIdImage"/>
        </p:blipFill>
      </p:pic>
    </p:spTree>
  </p:cSld>
</p:sld>
</file>