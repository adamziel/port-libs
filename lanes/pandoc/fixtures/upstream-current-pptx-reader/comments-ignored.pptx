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commentAuthors.xml><?xml version="1.0" encoding="utf-8"?>
<p:cmAuthorLst xmlns:p="http://schemas.openxmlformats.org/presentationml/2006/main">
  <p:cmAuthor id="0" name="Reviewer" initials="RV" lastIdx="1"/>
</p:cmAuthorLst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comments/comment1.xml><?xml version="1.0" encoding="utf-8"?>
<p:cmLst xmlns:p="http://schemas.openxmlformats.org/presentationml/2006/main">
  <p:cm authorId="0" dt="2026-07-03T00:00:00Z" idx="1">
    <p:pos x="120" y="240"/>
    <p:text>Reviewer-only note</p:text>
  </p:cm>
</p:cmLst>
</file>

<file path=ppt/slides/_rels/slide1.xml.rels><?xml version="1.0"?>
<Relationships xmlns="http://schemas.openxmlformats.org/package/2006/relationships">
  <Relationship Id="rIdComments" Type="http://schemas.openxmlformats.org/officeDocument/2006/relationships/comments" Target="../comments/comment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Comment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Visible body</a:t>
            </a:r>
          </a:p>
        </p:txBody>
      </p:sp>
    </p:spTree>
  </p:cSld>
</p:sld>
</file>