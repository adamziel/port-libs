
<file path=[Content_Types].xml><?xml version="1.0" encoding="utf-8"?>
<Types xmlns="http://schemas.openxmlformats.org/package/2006/content-types"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Sz cx="9144000" cy="6858000"/>
  <p:sldIdLst>
    <p:sldId id="256" r:id="rId1"/>
  </p:sldIdLst>
</p:presentation>
</file>

<file path=ppt/_rels/presentation.xml.rels><?xml version="1.0"?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Plain body"/>
          <p:cNvSpPr/>
          <p:nvPr/>
        </p:nvSpPr>
        <p:txBody>
          <a:bodyPr/>
          <a:lstStyle/>
          <a:p>
            <a:r>
              <a:t>Body without title placeholder</a:t>
            </a:r>
          </a:p>
        </p:txBody>
      </p:sp>
    </p:spTree>
  </p:cSld>
</p:sld>
</file>