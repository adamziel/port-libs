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2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bad="urn:not-drawingml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Paragraph descendant text</a:t>
            </a:r>
          </a:p>
        </p:txBody>
      </p:sp>
      <p:sp>
        <p:nvSpPr>
          <p:cNvPr id="3" name="Body 1"/>
          <p:cNvSpPr/>
          <p:nvPr/>
        </p:nvSpPr>
        <p:txBody>
          <a:bodyPr/>
          <a:lstStyle/>
          <a:p>
            <a:pPr>
              <bad:t>Property text</bad:t>
              <a:wrapper>
                <a:t>Nested property text</a:t>
              </a:wrapper>
            </a:pPr>
            <a:r>
              <a:t>Run text</a:t>
            </a:r>
            <bad:t>Foreign paragraph text</bad:t>
          </a:p>
        </p:txBody>
      </p:sp>
    </p:spTree>
  </p:cSld>
</p:sld>
</file>