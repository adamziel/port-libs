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Image" Type="http://schemas.openxmlformats.org/officeDocument/2006/relationships/image" Target="../media/grouped-review.png"/>
  <Relationship Id="rIdVideo" Type="http://schemas.microsoft.com/office/2007/relationships/media" Target="../media/grouped-review.mp4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Grouped media review</a:t>
            </a:r>
          </a:p>
        </p:txBody>
      </p:sp>
      <p:grpSp>
        <p:nvGrpSpPr>
          <p:cNvPr id="10" name="Review Group"/>
          <p:cNvGrpSpPr/>
          <p:nvPr/>
        </p:nvGrpSpPr>
        <p:grpSpPr>
          <a:xfrm>
            <a:off x="321" y="654"/>
            <a:ext cx="987" cy="1234"/>
          </a:xfrm>
        </p:grpSpPr>
        <p:sp>
          <p:nvSpPr>
            <p:cNvPr id="11" name="Grouped Callout"/>
            <p:cNvSpPr/>
            <p:nvPr/>
          </p:nvSpPr>
          <p:txBody>
            <a:bodyPr/>
            <a:lstStyle/>
            <a:p>
              <a:r>
                <a:t>Grouped callout text</a:t>
              </a:r>
            </a:p>
          </p:txBody>
        </p:sp>
        <p:pic>
          <p:nvPicPr>
            <p:cNvPr id="12" name="Grouped Image" descr="Grouped image alt"/>
            <p:cNvPicPr/>
            <p:nvPr/>
          </p:nvPicPr>
          <p:blipFill>
            <a:blip r:embed="rIdImage"/>
          </p:blipFill>
        </p:pic>
        <p:grpSp>
          <p:nvGrpSpPr>
            <p:cNvPr id="13" name="Nested Media Group"/>
            <p:cNvGrpSpPr/>
            <p:nvPr/>
          </p:nvGrpSpPr>
          <p:grpSpPr/>
          <p:pic>
            <p:nvPicPr>
              <p:cNvPr id="14" name="Nested Video" descr="Nested video alt"/>
              <p:cNvPicPr/>
              <p:nvPr>
                <a:videoFile r:link="rIdVideo"/>
              </p:nvPr>
            </p:nvPicPr>
          </p:pic>
        </p:grpSp>
      </p:grpSp>
      <p:sp>
        <p:nvSpPr>
          <p:cNvPr id="20" name="Visible Body"/>
          <p:cNvSpPr/>
          <p:nvPr/>
        </p:nvSpPr>
        <p:txBody>
          <a:bodyPr/>
          <a:lstStyle/>
          <a:p>
            <a:r>
              <a:t>Visible after grouped content</a:t>
            </a:r>
          </a:p>
        </p:txBody>
      </p:sp>
    </p:spTree>
  </p:cSld>
</p:sld>
</file>