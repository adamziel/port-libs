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Core" Type="http://schemas.openxmlformats.org/package/2006/relationships/metadata/core-properties" Target="docProps/core.xml"/>
  <Relationship Id="rIdApp" Type="http://schemas.openxmlformats.org/officeDocument/2006/relationships/extended-properties" Target="docProps/app.xml"/>
  <Relationship Id="rIdCustom" Type="http://schemas.openxmlformats.org/officeDocument/2006/relationships/custom-properties" Target="docProps/custom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Document properties</a:t>
            </a:r>
          </a:p>
        </p:txBody>
      </p:sp>
      <p:sp>
        <p:nvSpPr>
          <p:cNvPr id="3" name="Content"/>
          <p:cNvSpPr/>
          <p:nvPr/>
        </p:nvSpPr>
        <p:txBody>
          <a:bodyPr/>
          <a:lstStyle/>
          <a:p>
            <a:r>
              <a:t>Visible slide text remains unchanged.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PowerPoint</Application>
  <PresentationFormat>On-screen Show (16:9)</PresentationFormat>
  <Slides>1</Slides>
  <Notes>0</Notes>
  <HiddenSlides>0</HiddenSlides>
  <Company>Port Libs</Company>
  <LinksUpToDate>true</LinksUpToDat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Document Property Review</dc:title>
  <dc:creator>Port Libs</dc:creator>
  <dc:subject>PPTX reader evidence</dc:subject>
  <cp:keywords>pptx,metadata,parity</cp:keywords>
  <dc:description>Metadata sidecars should not change visible native AST parity.</dc:description>
  <cp:category>Generated fixture</cp:category>
  <cp:contentStatus>current</cp:contentStatus>
  <dcterms:created xsi:type="dcterms:W3CDTF">2026-07-04T00:00:00Z</dcterms:created>
  <dcterms:modified xsi:type="dcterms:W3CDTF">2026-07-04T00:01:00Z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eviewStatus">
    <vt:lpwstr>current</vt:lpwstr>
  </property>
  <property fmtid="{D5CDD505-2E9C-101B-9397-08002B2CF9AE}" pid="3" name="EvidenceReady">
    <vt:bool>true</vt:bool>
  </property>
  <property fmtid="{D5CDD505-2E9C-101B-9397-08002B2CF9AE}" pid="4" name="FixtureOrdinal">
    <vt:i4>68</vt:i4>
  </property>
</Properties>
</file>